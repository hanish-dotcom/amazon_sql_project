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3" name="Picture 2" descr="2DA20576-BB9E-4F2C-8AE9-B636386DF1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5332"/>
            <a:ext cx="8229600" cy="5355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Hanish Yadav</cp:lastModifiedBy>
  <cp:revision>2</cp:revision>
  <dcterms:created xsi:type="dcterms:W3CDTF">2013-01-27T09:14:16Z</dcterms:created>
  <dcterms:modified xsi:type="dcterms:W3CDTF">2026-01-07T10:08:05Z</dcterms:modified>
  <cp:category/>
</cp:coreProperties>
</file>